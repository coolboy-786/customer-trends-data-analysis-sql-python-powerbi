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3,900 transactions · 18 features · Python · SQL · Power BI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2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4013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58401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Demographics, behavior, spend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3610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55832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Review Rating column only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503610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Genders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55832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(68%) vs Female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6661"/>
            <a:ext cx="73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Preparation in Python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912626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905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Clean &amp; Standardize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339602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Snake_case columns, median imputation for Review Rating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4219575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47029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age_group bins, purchase_frequency_days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00" y="5526524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5519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Database Load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60099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Cleaned DataFrame pushed 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5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09668"/>
            <a:ext cx="6244709" cy="6077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081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266247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2.1×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than female customers — a critical segment to understand and target.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61169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6343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683418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$157,890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61169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0" name="Text 7"/>
          <p:cNvSpPr/>
          <p:nvPr/>
        </p:nvSpPr>
        <p:spPr>
          <a:xfrm>
            <a:off x="7655362" y="6343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Female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55362" y="683418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$75,191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657713"/>
            <a:ext cx="34005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Products &amp; Discounts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315372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5 by Rating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394591"/>
            <a:ext cx="3774400" cy="30605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61171" y="3153728"/>
            <a:ext cx="170033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Most Discounted Products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3394591"/>
            <a:ext cx="3774400" cy="30605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59532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3932"/>
            <a:ext cx="6244709" cy="6077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Segment Breakdown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599521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041" y="2515076"/>
            <a:ext cx="121920" cy="14586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48255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 — 80%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48255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599521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041" y="4200525"/>
            <a:ext cx="121920" cy="14586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4825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Returning — 18%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48255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599521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41631"/>
          </a:solidFill>
          <a:ln w="30480">
            <a:solidFill>
              <a:srgbClr val="5C4E6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041" y="5885974"/>
            <a:ext cx="121920" cy="1458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48255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New — 2%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948255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74633"/>
            <a:ext cx="43923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Subscribers vs. Non-Subscribers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277672"/>
            <a:ext cx="3774400" cy="3060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61171" y="3270647"/>
            <a:ext cx="205454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Average Spend is Nearly Equal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461171" y="3504486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Subscribers: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$59.49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Non-subscribers: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$59.87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61171" y="3691533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Non-subscribers drive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73% of total revenue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conversion opportunity.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74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277672"/>
            <a:ext cx="3774400" cy="3060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61171" y="327064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Young Adults Lead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461171" y="3504486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Young Adult group generates the highest total revenue at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$62,143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61171" y="3691533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Revenue is relatively balanced across all four age groups.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09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09888"/>
            <a:ext cx="3664744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136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3.9K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627120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Total purchase count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909888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3136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$59.76 Avg Order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627120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44365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4670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3.75 Avg Rating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16088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 review score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0057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Interactive filters: Subscription, Gender, Category, Shipping Type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512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2096453"/>
            <a:ext cx="453628" cy="4536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173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3481268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Reward repeat buyers → Loyal segment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4866084"/>
            <a:ext cx="453628" cy="4536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4943951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173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Balance sales lift with margins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0190" y="6250900"/>
            <a:ext cx="453628" cy="4536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173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0173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Focus on high-revenue age groups &amp; express shippers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2026-04-10T15:28:13Z</dcterms:created>
  <dcterms:modified xsi:type="dcterms:W3CDTF">2026-04-10T15:28:13Z</dcterms:modified>
</cp:coreProperties>
</file>